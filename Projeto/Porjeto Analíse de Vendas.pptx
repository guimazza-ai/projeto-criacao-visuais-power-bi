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60" r:id="rId6"/>
    <p:sldId id="259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Suplemento 2">
                <a:extLst>
                  <a:ext uri="{FF2B5EF4-FFF2-40B4-BE49-F238E27FC236}">
                    <a16:creationId xmlns:a16="http://schemas.microsoft.com/office/drawing/2014/main" id="{02623031-EC03-B29B-0080-E7F24A4642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8452359"/>
                  </p:ext>
                </p:extLst>
              </p:nvPr>
            </p:nvGraphicFramePr>
            <p:xfrm>
              <a:off x="1524000" y="1151008"/>
              <a:ext cx="9144000" cy="54330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3" name="Suplemento 2">
                <a:extLst>
                  <a:ext uri="{FF2B5EF4-FFF2-40B4-BE49-F238E27FC236}">
                    <a16:creationId xmlns:a16="http://schemas.microsoft.com/office/drawing/2014/main" id="{02623031-EC03-B29B-0080-E7F24A4642B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4000" y="1151008"/>
                <a:ext cx="9144000" cy="54330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48176-1F8D-5FCF-ABFD-45CD9FBEF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213BBE89-18C5-F648-D248-49F91E822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680E98CB-AF1A-C4F0-7BFE-6D90A50E25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Suplemento 1">
                <a:extLst>
                  <a:ext uri="{FF2B5EF4-FFF2-40B4-BE49-F238E27FC236}">
                    <a16:creationId xmlns:a16="http://schemas.microsoft.com/office/drawing/2014/main" id="{63F71628-C181-2C32-1104-52AB927156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0038680"/>
                  </p:ext>
                </p:extLst>
              </p:nvPr>
            </p:nvGraphicFramePr>
            <p:xfrm>
              <a:off x="1524000" y="1216322"/>
              <a:ext cx="9144000" cy="543306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Suplemento 1">
                <a:extLst>
                  <a:ext uri="{FF2B5EF4-FFF2-40B4-BE49-F238E27FC236}">
                    <a16:creationId xmlns:a16="http://schemas.microsoft.com/office/drawing/2014/main" id="{63F71628-C181-2C32-1104-52AB9271566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4000" y="1216322"/>
                <a:ext cx="9144000" cy="54330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8294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781DE-4EC9-BBA0-373D-5369A0BE7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CB2B7CD6-4475-B515-BB09-D66B5AC2B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F120C4C7-7783-7A31-2ED3-3562F6E1743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>
                <a:extLst>
                  <a:ext uri="{FF2B5EF4-FFF2-40B4-BE49-F238E27FC236}">
                    <a16:creationId xmlns:a16="http://schemas.microsoft.com/office/drawing/2014/main" id="{AB9149AE-2702-78F6-8DE5-0A32089840F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>
                <a:extLst>
                  <a:ext uri="{FF2B5EF4-FFF2-40B4-BE49-F238E27FC236}">
                    <a16:creationId xmlns:a16="http://schemas.microsoft.com/office/drawing/2014/main" id="{AB9149AE-2702-78F6-8DE5-0A32089840F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10440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B302BA78-7585-4035-98BB-8DDCFCE43786}">
  <we:reference id="ad3bb869-dfe9-409b-95f2-98016482b42b" version="2.0.0.3" store="EXCatalog" storeType="EXCatalog"/>
  <we:alternateReferences>
    <we:reference id="WA200003233" version="2.0.0.3" store="en-US" storeType="OMEX"/>
  </we:alternateReferences>
  <we:properties>
    <we:property name="artifactViewState" value="&quot;live&quot;"/>
    <we:property name="backgroundColor" value="&quot;#FFFFFF&quot;"/>
    <we:property name="bookmark" value="&quot;H4sIAAAAAAAAA+1YzW7bOBB+FUOXXhRDtuW/3hwnwQZxWiMOsodFUIzFscyCFlWSysYN/EL7GvtiOyQlp3acuE27291sDgKo4XD4zS+HvAsY17mA5TtYYPA2OM0YT4BJVWsEYZB54uH792fng4uzD+8G58dElrnhMtPB27vAgErRXHFdgLAiiPjbdRiAEGNI7d8MhMYwyFFpmYHgn9Ez05RRBa7CAG9zIRVYkRMDBq3YG2Knf9q7UW/RjpAYfoMTTIynXmAulan+w0D7kYO0OWeFuQ2HMjPAMxJsaRCzWcJmUZREjek0jiHqM0ufcWFKluny+DZXpA9pucytHYaELpWKDCQCh1uh1uUmQymKhRsdb9AnslAJXuDMTWWGmyVJmvEMsoRbM6zIBGMlyUBuhoasSIwjz+XvQ4W0KUGLVuEax4Dd0GqiboMYpKnCFCrFj/8WhLUJCPTUkyIrrRw9xHtNFM2zVJQev3fFpVcj5zicgzI2oqYfyV/W7LRIKobqcOksf8RV5chmuAX8p2q7uq6ikpg/fhF+ZZB4+D8+Kq5Xdor1+91pp4ctaGG/00j6Ubf9Gr5fhdD6szYmK+CWUxvPCGEg3n9/DD+l8s+NY5g1ewDdaRv60Ex63W4X471x/N8of+E/mncTTBeYPTPvfuGoQCXz5QhvUDwEs55/OFVBuALF/RHugD9TobIJWQsLNnQ8ss2BZfsCTzn+VHCoMawxMOBFlaoEg0w+aZSnnPOS7XL+5x96h2H2VrxEFJpSE5mP3J3Fb389ecmWLSPuZStZho+v4h2EiDW7zW6bdRhrIDaT/c30azV6rUbfXY20oKZGbdSfYIF0JbWDFOm2ZxdR0OUeIEd9H5ibo6vqykk92omSC7esVNU6Y22NkSTvWC0vYSrwQ7+DUTtq4wGwRusgniXxQa/TxAPGII7bMG31G11a7gFHtt36dU71s2yr6LpdtSunW22A/vrOq3InAd3qC3zA0aZXIAp3OyeZI268Ye48mfiaUSMeWU6b0faza6yfdlhvIZmzL7qM3inuzSFonrwJVisv7pEzYQ3qZUf3/+tECIMEkjmyE5daR/556dTgwjuau6NBJ7TbKfMt8CInHLpqiKu/M57ZImB3mJlv75Wfk6Y7kycMLng6N49EepU4/lq+8ZZmpwKbR5QokOnqfcubQUnhRlUOEJuwlvSznwpUS9LIcdz7rm71qa+9Vt/hk7oFTcK4JnMJyLWtpPaljUgMnXHOcPkNteXHG9ShG/Msq6DZ1PgOjV3kPaLy5j7EpKR0rqyMUZWgrBCCInfOBVOYlZG6yfJo5WyNKq0uZUqH1Xq7sva143ZzGmMv7rl3G4Z9cLfcJ482g7dmKm83e+syznaddrIwOocEx5DhjqLtYpAh21O43XNt4DYhNJwcvWeBVXRd5lervwCXWfxiUBYAAA==&quot;"/>
    <we:property name="creatorSessionId" value="&quot;07d34ce2-2816-486a-a656-ed7d1092d0fb&quot;"/>
    <we:property name="creatorTenantId" value="&quot;9316d1d2-47f8-4c56-924f-2ccb9bde9ac9&quot;"/>
    <we:property name="creatorUserId" value="&quot;10032002A6B79879&quot;"/>
    <we:property name="datasetId" value="&quot;45916080-26f6-4dc8-99ff-35531c9c279c&quot;"/>
    <we:property name="embedUrl" value="&quot;/reportEmbed?reportId=303c0b15-0b16-4532-9afa-8be203c990ba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YzW7bOBB+FUOXXhRDtuW/3hwnwQZxWiMOsodFUIzFscyCFlWSysYN/EL7GvtiOyQlp3acuE27291sDgKo4XD4zS+HvAsY17mA5TtYYPA2OM0YT4BJVWsEYZB54uH792fng4uzD+8G58dElrnhMtPB27vAgErRXHFdgLAiiPjbdRiAEGNI7d8MhMYwyFFpmYHgn9Ez05RRBa7CAG9zIRVYkRMDBq3YG2Knf9q7UW/RjpAYfoMTTIynXmAulan+w0D7kYO0OWeFuQ2HMjPAMxJsaRCzWcJmUZREjek0jiHqM0ufcWFKluny+DZXpA9pucytHYaELpWKDCQCh1uh1uUmQymKhRsdb9AnslAJXuDMTWWGmyVJmvEMsoRbM6zIBGMlyUBuhoasSIwjz+XvQ4W0KUGLVuEax4Dd0GqiboMYpKnCFCrFj/8WhLUJCPTUkyIrrRw9xHtNFM2zVJQev3fFpVcj5zicgzI2oqYfyV/W7LRIKobqcOksf8RV5chmuAX8p2q7uq6ikpg/fhF+ZZB4+D8+Kq5Xdor1+91pp4ctaGG/00j6Ubf9Gr5fhdD6szYmK+CWUxvPCGEg3n9/DD+l8s+NY5g1ewDdaRv60Ex63W4X471x/N8of+E/mncTTBeYPTPvfuGoQCXz5QhvUDwEs55/OFVBuALF/RHugD9TobIJWQsLNnQ8ss2BZfsCTzn+VHCoMawxMOBFlaoEg0w+aZSnnPOS7XL+5x96h2H2VrxEFJpSE5mP3J3Fb389ecmWLSPuZStZho+v4h2EiDW7zW6bdRhrIDaT/c30azV6rUbfXY20oKZGbdSfYIF0JbWDFOm2ZxdR0OUeIEd9H5ibo6vqykk92omSC7esVNU6Y22NkSTvWC0vYSrwQ7+DUTtq4wGwRusgniXxQa/TxAPGII7bMG31G11a7gFHtt36dU71s2yr6LpdtSunW22A/vrOq3InAd3qC3zA0aZXIAp3OyeZI268Ye48mfiaUSMeWU6b0faza6yfdlhvIZmzL7qM3inuzSFonrwJVisv7pEzYQ3qZUf3/+tECIMEkjmyE5daR/556dTgwjuau6NBJ7TbKfMt8CInHLpqiKu/M57ZImB3mJlv75Wfk6Y7kycMLng6N49EepU4/lq+8ZZmpwKbR5QokOnqfcubQUnhRlUOEJuwlvSznwpUS9LIcdz7rm71qa+9Vt/hk7oFTcK4JnMJyLWtpPaljUgMnXHOcPkNteXHG9ShG/Msq6DZ1PgOjV3kPaLy5j7EpKR0rqyMUZWgrBCCInfOBVOYlZG6yfJo5WyNKq0uZUqH1Xq7sva143ZzGmMv7rl3G4Z9cLfcJ482g7dmKm83e+syznaddrIwOocEx5DhjqLtYpAh21O43XNt4DYhNJwcvWeBVXRd5lervwCXWfxiUBYAAA==&quot;"/>
    <we:property name="isFiltersActionButtonVisible" value="false"/>
    <we:property name="isVisualContainerHeaderHidden" value="false"/>
    <we:property name="pageDisplayName" value="&quot;Relatorio de Vendas&quot;"/>
    <we:property name="pageName" value="&quot;ReportSection&quot;"/>
    <we:property name="reportEmbeddedTime" value="&quot;2026-04-26T15:55:48.833Z&quot;"/>
    <we:property name="reportName" value="&quot;Projeto_Analise de Vendas&quot;"/>
    <we:property name="reportState" value="&quot;CONNECTED&quot;"/>
    <we:property name="reportUrl" value="&quot;/groups/me/reports/303c0b15-0b16-4532-9afa-8be203c990ba/ReportSection&quot;"/>
    <we:property name="isFooterCollapsed" value="false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FAC84ED-BCB0-4801-A784-EB4EF0B5856A}">
  <we:reference id="ad3bb869-dfe9-409b-95f2-98016482b42b" version="2.0.0.3" store="EXCatalog" storeType="EXCatalog"/>
  <we:alternateReferences>
    <we:reference id="WA200003233" version="2.0.0.3" store="en-US" storeType="OMEX"/>
  </we:alternateReferences>
  <we:properties>
    <we:property name="embedUrl" value="&quot;/reportEmbed?reportId=303c0b15-0b16-4532-9afa-8be203c990ba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bookmark" value="&quot;H4sIAAAAAAAAA+1X3W7TMBR+lcrXFXLitkm4G90QSANNK+wG9eLEPu08eXZwnNIy7YV4DV4MO87+6NZOaGLV4Cr2Oc75+b7jY/uCCFlXClYf4RzJa/JeC8lBGNtLSJ/oKBQpY9kshTwdCUrLkha89FpTOWl0TV5fEAd2ju5E1g2oYMkLv0z7BJQ6gnmYzUDV2CcV2tpoUPI7xsVe5WyDl32Cy0oZC8HkxIHDYHbhl/u5DyF5xbxH4E4ucILcRekxVsa6bl4MuGCpwBxxWFI2KrME/D911LZhbl8fnLaBjY12ILUPIMgwBzpIWS4Ey1LOIRFpFuS11HPVpXLz76dVFWBzuHSlWQakyjPvM1i6vPSpjoYocloM8yyHFKkACqPw90wq1zksVwfLynoUPbbR2p5YgOYoSAuVxToic0H25nOLc3Dd9OCOcmxUc36PfGIay/EYZ61KO+lW3sdMau9DBlpCnEfWeMJaTW8CCqP0baM7/GmYnppvY4ueMBEEUy/ZCAoHK+4i4idWoH2zarPdl/aK3rT/W9DPmqlPzYtoyQapGDLOOI5KBFrSZMep+6ylq3sTo8S/QN+mbCOFpRAFG8zyMuFiUJQszXw320bh2CM0N9b3RrXG4lOFPjaNdnZF1mnp70gp+eFMuicoo0ri+BSs2+lSeijby+nVSeRXnN06XroiieE/fVVM28MDkWfDQtCMJoXIgIk84zvegR5bNo8o83cSLVh+ujrEBar10K7166qrgE7AynjNaNP4w/S6+9K1MXIn4/1wgQnLbsXTjb82EnoCewIcRFNdKmRPm417f1MPesm4fPj5o74HmO1nlWpqvyVQxDq+t+Fs38cvGdmu4l52kl35xO45GAkYZkj97TvJUlYyWsD/w/8vPwEesS936iLw8JPg+S4CbTXfQEbO0b/Aw8A0rq6A4xFobP1X0YTE+JJdVqBFYKod2/A9lJ6OSNQJqCZw1L7XSeum9fYL9qOPRigQAAA=&quot;"/>
    <we:property name="datasetId" value="&quot;45916080-26f6-4dc8-99ff-35531c9c279c&quot;"/>
    <we:property name="pageName" value="&quot;ReportSection94cd32de8ee5b036b71a&quot;"/>
    <we:property name="reportUrl" value="&quot;/groups/me/reports/303c0b15-0b16-4532-9afa-8be203c990ba/ReportSection94cd32de8ee5b036b71a&quot;"/>
    <we:property name="reportName" value="&quot;Projeto_Analise de Vendas&quot;"/>
    <we:property name="reportState" value="&quot;CONNECTED&quot;"/>
    <we:property name="pageDisplayName" value="&quot;Relatorio de Vendas - Lucro&quot;"/>
    <we:property name="backgroundColor" value="&quot;#FFFFFF&quot;"/>
    <we:property name="initialStateBookmark" value="&quot;H4sIAAAAAAAAA+1X224TMRD9lcjPEdpLkt3wlqZFoF7VQF9QhGbtSerKtRevNyRU+SF+gx/Dl+2NtEmFKhoVntae8c7lnLE9viKMV6WAxRFcInlLPkjGKTClWzFpExmEO8fH+4eD0/0vR4PDPStWpeFKVuTtFTGgp2jOeFWDcCas8PO4TUCIE5i62QREhW1Soq6UBMG/Y1hsVUbXuGwTnJdCaXAmRwYMOrMzu9zOre/4TWo9AjV8hiOkJkhPsVTaNPN+h7I0YZgjdoso7RVZDPafKmh9mJvXO6c+sKGSBri0ATgZ5hB1kjRnLM0SSiFmSebkFZdT0aRy++/HRenwMjg3hZo7pIoL69NZWi5tqr0usjzqd/MshwQjBhH03N8TLkzjsFjszUttUbTYBmsDNgNJkREPlcYqIHNFBtOpximYZrp3TzlUor58QD5StaZ4ihOvkoabhfUx4dL64I4WF+eJVpYwr2mNQGCQvqtlg3/kpufq21CjJYw5wdhK1oJCQbP7iNiJZqh3Fj7bXa6v6U3avwX9opna1KwoKtJOwropTSn2CoSoiOItp+6T5KZqjZRg/wJ967INFBaM9dPOJC9iyjr9Ik0yWmykcGgRmiptD0WxwuJzhT5UtTR6QVZpaW9JKdnhhJtnKKOS4/ActNnqUnos2+X4+iayKy7uXC9NkYTwn78qxv7yQKRZt8+iLIr7LIOU5Rnd8hPoqWXzhDJ/z1GDpueLA5yhWA3tRr+qug7oDDQPbYZP4w/TaxqlG2PkXsa7roFxy+7E04y/1hxaDFsMDARTTSpkINXavb/uDHrNuBz+/FE9AMzmu0rUld0SyEIdP3jgbN7HrxnZpuJed5JN+YTTs9Nj0M0wst13nCVpkUZ9+H/5/+UnwBP25VY1Ao8/CV6uEfDVfAsZuUT7AncDVZuqBIonINH7L4MJjuElOy9BMseUH2v3PeCWjkDUGYjaceTf68Q7sdzxQuCGH9wrnviwfHS/AEjzE4hREAAA&quot;"/>
    <we:property name="isFiltersActionButtonVisible" value="false"/>
    <we:property name="isVisualContainerHeaderHidden" value="false"/>
    <we:property name="reportEmbeddedTime" value="&quot;2026-04-26T15:58:55.607Z&quot;"/>
    <we:property name="creatorTenantId" value="&quot;9316d1d2-47f8-4c56-924f-2ccb9bde9ac9&quot;"/>
    <we:property name="creatorUserId" value="&quot;10032002A6B79879&quot;"/>
    <we:property name="creatorSessionId" value="&quot;f57297d9-c29c-48d6-b293-26a17696b0cf&quot;"/>
    <we:property name="artifactViewState" value="&quot;liv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e53f50cd-44c0-491c-9691-dc46c38757b8}">
  <we:reference id="WA200003233" version="2.0.0.3" store="en-US" storeType="OMEX"/>
  <we:alternateReferences/>
  <we:properties>
    <we:property name="Microsoft.Office.CampaignId" value="&quot;none&quot;"/>
    <we:property name="reportUrl" value="&quot;/groups/me/reports/303c0b15-0b16-4532-9afa-8be203c990ba/ReportSectionfec5356641e0bc8aa333?bookmarkGuid=ace00f4e-b9cf-43cf-b6d4-98696fe5e4cd&amp;bookmarkUsage=1&amp;ctid=9316d1d2-47f8-4c56-924f-2ccb9bde9ac9&amp;fromEntryPoint=export&quot;"/>
    <we:property name="reportState" value="&quot;CONNECTED&quot;"/>
    <we:property name="artifactViewState" value="&quot;live&quot;"/>
    <we:property name="reportEmbeddedTime" value="&quot;2026-04-26T15:54:57.204Z&quot;"/>
    <we:property name="creatorSessionId" value="&quot;401bdce8-3a33-43b9-b295-ab74103f74ad&quot;"/>
    <we:property name="creatorUserId" value="&quot;10032002A6B79879&quot;"/>
    <we:property name="creatorTenantId" value="&quot;9316d1d2-47f8-4c56-924f-2ccb9bde9ac9&quot;"/>
    <we:property name="pageDisplayName" value="&quot;Relatorio de Vendas - Lucro e Vendas&quot;"/>
    <we:property name="pageName" value="&quot;ReportSectionfec5356641e0bc8aa333&quot;"/>
    <we:property name="reportName" value="&quot;Projeto_Analise de Vendas&quot;"/>
    <we:property name="isVisualContainerHeaderHidden" value="false"/>
    <we:property name="isFiltersActionButtonVisible" value="false"/>
    <we:property name="initialStateBookmark" value="&quot;H4sIAAAAAAAAA+1WUW/aMBD+K8jPaHIIhJQ3ypg0dbSIrH2Z0HRJLqkrY0eOw6CI/76zQ9eWSeOl63gYD2B/d/Z93/lL8I7loq4kbK9hhWzEPqtcZJBr0wlYl6kWvLy5uZqNF1ffr8ezKcG6skKrmo12zIIp0d6JugHptiDw27LLQMo5lG5WgKyxyyo0tVYgxSO2yRSypsF9l+GmktqA2zKxYNFtu6Z0mlPt4ENIFSGzYo0JZrZFF1hpYw/zArNBOIiifoA8zWKAMHRr6jbqaZ7Od0U9sYlWFoQiAg7rDwf9MC7gIo8vhlHQi8IwdXghpD2kpNvppjKkm7qxrVy/JqSi1IYaKZnXZ7Bu5ezYRMtm5UfTV3iiG5PhAgsfUlbYLe1UCAUqE65de2rV3GhqpI8kWK5QWQ/f6x8Tg1Q0ZyO+7/7iMc7XtJrQYxLjsjRYgj1Mp3+FIQ0L0RL81KjDyfHf+S4JqYUq5cEZz0fxtZVRCZzcg7HOeekDnaFrOy3SJkdzufWd/yjMkzl63SPi/1TtfvnkXsp4eGHJg0la+m/viuXehYog4BEUQ+Q8jbOoN8g5Pwv7TnSjLIk/X/t2EpBYn7bvufC9VcLWnUTL/A0eOXhsDM6gOn7k3s/JzwZpndyLhhBEfT7kHFLIOcaY/Xfy+76Iz88V/agXpYMAh5y+enFWYOz/yv8ow+LGpnrzWoX/vETYCulq4wa6sXUFGc5BoVdTtYQE+jw6UVC5a6EfG/f7RZAp29J3IBtX1V+EmC9CbEQq8cQCdz1inpbTuv8Jgli7gqoJAAA=&quot;"/>
    <we:property name="bookmark" value="&quot;H4sIAAAAAAAAA+1Wy27bMBD8FYNno6Deim+p6wIF2sKI21wCH1bSSmFAkwJFuXYM/3uXlNIkLtBc0tSH+mCTs0vuzHIk88Aq0bUS9l9hg2zGPqlKlFBpMwnYlKkBzOIkqsMqwCyMELMgz/OMorq1QquOzQ7MgmnQXouuB+l2IvBmPWUg5RIaN6tBdjhlLZpOK5DiHodkClnT43HKcNdKbcBtubJg0W27pXSaE4XgXUQVobRiiyss7YBeYauNHec1lkmUpGkcIC/KHCCK3JpuiHqaL+e7op7YXCsLQhEBh8VZEkd5DRdVfpGlQZhGUeHwWkg7phT7xa41pJu6sW9d2+akotGG+imZ12ewG+Qc2FzLfuNHi2f4SvemxCusfUhZYfe0Uy0UqFK4dh2pVUujqZE+ssJmg8p6+Fb/mBukohWb8eP0F4/LakurCT0lcdk0Bhuw43TxVxjSsBYDwY+9Gk+O/853TUgnVCNHZzwexbdBRitwfgvGOucVd3SGru20SJsKzfu97/wHYR7MEU5PiP9Ttcf1g3sp4+6JJUeTDPRf3xXrowvVQcBTqDPkvMjLNEwqzs/CvnPdK0viz9e+kxVI7F6277nw/a6E7SYrLatXeOTgvjf4BdrTR+7tnPxokMHJYZpBkMY84xwKqDjmWP538tu+iM/PFXEapkVC9xNOX2Fe1pj7v/I/yrC4s4XePVfhP08RtkG62riB7m3XQolLUOjVtAMhgT6PThRU5Vrox8b9fhZkyqH0NcjeVfUXIebLOO7Hn6ur5raBCQAA&quot;"/>
    <we:property name="datasetId" value="&quot;45916080-26f6-4dc8-99ff-35531c9c279c&quot;"/>
    <we:property name="embedUrl" value="&quot;/reportEmbed?reportId=303c0b15-0b16-4532-9afa-8be203c990ba&amp;config=eyJjbHVzdGVyVXJsIjoiaHR0cHM6Ly9XQUJJLVVTLUVBU1QyLUMtUFJJTUFSWS1yZWRpcmVjdC5hbmFseXNpcy53aW5kb3dzLm5ldCIsImVtYmVkRmVhdHVyZXMiOnsidXNhZ2VNZXRyaWNzVk5leHQiOnRydWV9fQ%3D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1508</TotalTime>
  <Words>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 Light</vt:lpstr>
      <vt:lpstr>Office Theme</vt:lpstr>
      <vt:lpstr>Microsoft Power BI</vt:lpstr>
      <vt:lpstr>Microsoft Power BI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Guilherme Mazzarolo</cp:lastModifiedBy>
  <cp:revision>3</cp:revision>
  <dcterms:created xsi:type="dcterms:W3CDTF">2018-06-07T21:39:02Z</dcterms:created>
  <dcterms:modified xsi:type="dcterms:W3CDTF">2026-04-26T16:01:28Z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